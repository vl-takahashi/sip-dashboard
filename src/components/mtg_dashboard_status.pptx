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公共交通アクセシビリティ・ダッシュボード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開発状況の共有と、今後の優先順位に関するMTG資料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solidFill>
            <a:srgbClr val="F5821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08736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本日お話しすること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ダッシュボードの機能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現状できること全体像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完了していること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03320" y="37947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ここまでの対応内容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残タスク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7947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今後やるべきこと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7260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32688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工数・ロードマップ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72600" y="379476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本MTGで優先順位を決定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ダッシュボードの機能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地域公共交通の現状・将来・住民合意形成を、地図とデータで支援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099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00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現状診断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08760" y="19842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サービスレベル／満足度／移動実態／需要×供給の4視点で、現在の公共交通の状況を地図・グラフで可視化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5292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743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趨勢診断・まちぐるみシミュレーター・M-DTSB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8760" y="31272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将来予測や住民参加型のシミュレーションなど、現状診断以外の分析メニュー群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886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可視化メニュー（データ処理ツール）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08760" y="42702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ポリゴン表示・ルート表示・メッシュ生成・空間的空白／時間的空白分析など、10種類の分析処理をタブから実行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3892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50292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レイヤー管理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08760" y="54132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区域・メッシュ・路線・停留所・施設等のレイヤーを重ね合わせて表示し、チェックボックスで表示/非表示を切替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完了していること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安定性の改善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データ再読み込み時の重複・積み上がりを防止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1ファイルの読み込み失敗が全体に波及しないよう修正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レイヤー一覧（チェックボックス）の重複表示バグを修正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91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使いやすさの改善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61772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可視化メニューのタブ化・配色統一（オレンジ×ホワイト）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処理中のローディング表示を追加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地図上パネルの整理、タブレット/プロジェクター表示に対応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91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設計ドキュメントの整備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2104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状態管理の設計方針書を作成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技術要件書（ドラフト）を作成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配色・レイアウトを複数画面で共有する仕組みを整備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残タスク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ドキュメントの完成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要件定義書：背景・目的、対象ユーザーの確定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技術要件書：対応OS、データ永続化要否、性能目標などの未確定事項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91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優先機能の実装（3点）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61772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①施設アクセス可能性のリスト化・地図可視化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②供給と移動実態（PT調査・乗降データ等）のギャップ分析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③ギャップに対する住民満足度のマッピング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91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1691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データ基盤の整備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21040" y="233172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ライフスタイル別フィルタ機能の設計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分析結果のローカル永続化（組み込み型DBの検討）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個人情報を含む移動データの取り扱い方針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工数・ロードマップ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優先順位・工数・時期は本MTGで決定する（枠のみ用意）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1828800"/>
                <a:gridCol w="182880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優先度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工数目安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想定時期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要件定義書・技術要件書の確定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①施設アクセス可能性リスト化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②供給×移動実態 ギャップ分析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③住民満足度マッピング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フィルタ機能（ライフスタイル軸）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分析結果のローカル永続化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61722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4F5F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72784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6172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本MTGでの決定事項をもとに、優先度・工数・想定時期をこの表に反映します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ダッシュボード開発 MTG資料</dc:title>
  <dc:subject>PptxGenJS Presentation</dc:subject>
  <dc:creator>Vitallead</dc:creator>
  <cp:lastModifiedBy>Vitallead</cp:lastModifiedBy>
  <cp:revision>1</cp:revision>
  <dcterms:created xsi:type="dcterms:W3CDTF">2026-07-09T23:59:02Z</dcterms:created>
  <dcterms:modified xsi:type="dcterms:W3CDTF">2026-07-09T23:59:02Z</dcterms:modified>
</cp:coreProperties>
</file>